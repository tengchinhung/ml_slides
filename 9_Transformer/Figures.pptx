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5C0"/>
    <a:srgbClr val="BDE3F5"/>
    <a:srgbClr val="FED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34BA87-22E2-B20B-9258-177917E99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3FCF6D-AB88-C235-A3EB-7A072F141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5BA71B-3783-CF52-6EE3-E5943C93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8BDE7F-D874-FEAF-295E-9933BF94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8E54A4-A2F9-226E-534B-144BC4C1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0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36CF75-42B9-069B-B95A-7E8FEA65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2BFF17-17FC-1348-2FB4-17392C216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80BDFB-084B-7CF2-A431-2ADB26FE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6F19F6-32E1-D90D-F3BC-93D52A935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F12977-C108-B561-4123-350BB39F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2647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4A93A9-997D-015B-77CF-A9AC71A22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7331A4-6002-BE43-C39D-DE6AAC422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E8D610-2472-53BC-4558-AB8321467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74C981-ABB7-7949-64A1-9B1FD1D5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149E75-2B27-CFD2-4770-E39C92856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459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3276E1-E1C5-3958-F62B-4733DF9E6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74FE8A-E54F-3A78-E753-7D8AB5CE1D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54F15E-5816-839C-C654-576581BB3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CC47D3-7665-6F02-3C69-A23B21346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3FB238E-CE65-D899-6AAE-FD33005D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06242B1-AD6A-2AEC-EF25-84E0D541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66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7585FE-402E-5ED2-3662-334272A0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40FC19-7CC1-1356-FFDF-DB0A40763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337132-67DF-E367-9CA5-17E539EF9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01E4AA-413C-A8CB-9171-BEE1E1514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AD31EE7-3E1E-3A6B-F678-6B7EB90B7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6224C61-87BA-392C-AA56-18A0AED7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6707361-70A9-0168-7F4D-A3C14D8B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30730FF-C6DD-27B4-F9A5-471D5B1A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2197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AB51DC-9160-46DB-D746-CC904802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AD40343-CE57-E258-E250-6E766B4F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39A56A3-FE2A-148B-EAF2-DA25A27E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F462D3-4A95-F67D-8B18-67B18F4A9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22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60E6F43-0C41-1D9F-1C46-8C339106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2588CD2-CE19-7519-0730-5B7388A0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185F3E2-91A3-E4C6-1DAD-4E5DAD57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8305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FBF9DE-15CA-411D-B6F7-E3103D46F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858A1B-C689-18C7-580B-3BACFA9CC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17A6DD-28DD-D686-6895-B3EF04B3A8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C543D28-3F95-9645-9237-5E160E35A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D78E97-59A1-2628-C87B-F1D8169D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8B61AA-0EA0-AE2B-DB6A-D4399227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08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13686E-D6AE-4570-E437-14B6713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F76F520-C696-9524-558D-36113FA3FB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08EF04D-9F29-7376-0CA7-B6390C289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2F7C52-64AB-AF4E-50B5-4CBCAA223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0A00DD-6BBE-3D13-7BD4-286C1B12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EAF4E5C-6A30-9BF3-8C4E-D6AA24500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867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5D41F1-B2CB-D21A-2EDC-0D22EC165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CC7360-F0BD-D9BC-5513-48C7B14099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7A234F-2D78-DB5A-1A2D-BA6FF656D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95B092-8573-91B9-4DE2-85AC957D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EF62D6-CCBF-BBDF-FBE0-0622ABB42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30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7101F03-4AD3-FCC6-1A5B-E37C09C4E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EB10383-CB19-52E0-145C-18FC0AC7C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1EAFA0D-F6D7-0193-8DBD-0EC6BCFF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0413F9-5840-3752-D46B-19A22108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225851-C193-5514-10A8-87C26AB5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420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D671F79-1D68-8741-79FF-88087849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E4CB37-8E06-6A5F-3A53-A8D168477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20146C-BDB4-EACE-0600-42E770675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1A1F0-DFBC-4222-A3F7-92F411FB95D8}" type="datetimeFigureOut">
              <a:rPr lang="zh-TW" altLang="en-US" smtClean="0"/>
              <a:t>2026/8/23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65DFDF-184A-4FEE-75ED-AB436AF91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59330-69F7-725C-ADEA-FAC5F224F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450CF-0BDC-493F-A47B-224F33C5807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653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>
            <a:extLst>
              <a:ext uri="{FF2B5EF4-FFF2-40B4-BE49-F238E27FC236}">
                <a16:creationId xmlns:a16="http://schemas.microsoft.com/office/drawing/2014/main" id="{A104ED6A-99DF-6ECE-7D3A-958735A27E0B}"/>
              </a:ext>
            </a:extLst>
          </p:cNvPr>
          <p:cNvGrpSpPr/>
          <p:nvPr/>
        </p:nvGrpSpPr>
        <p:grpSpPr>
          <a:xfrm>
            <a:off x="2417717" y="323850"/>
            <a:ext cx="4953000" cy="6210300"/>
            <a:chOff x="2417717" y="323850"/>
            <a:chExt cx="4953000" cy="6210300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76175275-753E-3F28-0856-DAB66DE98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7717" y="323850"/>
              <a:ext cx="4953000" cy="6210300"/>
            </a:xfrm>
            <a:prstGeom prst="rect">
              <a:avLst/>
            </a:prstGeom>
          </p:spPr>
        </p:pic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8242BE1-D149-EB9D-C975-8F1534F729AA}"/>
                </a:ext>
              </a:extLst>
            </p:cNvPr>
            <p:cNvGrpSpPr/>
            <p:nvPr/>
          </p:nvGrpSpPr>
          <p:grpSpPr>
            <a:xfrm>
              <a:off x="2675991" y="482445"/>
              <a:ext cx="2311652" cy="523220"/>
              <a:chOff x="2675991" y="482445"/>
              <a:chExt cx="2311652" cy="52322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980A83E-3E02-B45C-E3CD-B7ACE3B0907A}"/>
                  </a:ext>
                </a:extLst>
              </p:cNvPr>
              <p:cNvSpPr/>
              <p:nvPr/>
            </p:nvSpPr>
            <p:spPr>
              <a:xfrm>
                <a:off x="2675991" y="600284"/>
                <a:ext cx="278674" cy="269965"/>
              </a:xfrm>
              <a:prstGeom prst="rect">
                <a:avLst/>
              </a:prstGeom>
              <a:solidFill>
                <a:srgbClr val="FEDEB8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C1BD52B-54C6-1A10-12A1-099582782401}"/>
                  </a:ext>
                </a:extLst>
              </p:cNvPr>
              <p:cNvSpPr txBox="1"/>
              <p:nvPr/>
            </p:nvSpPr>
            <p:spPr>
              <a:xfrm>
                <a:off x="2963558" y="482445"/>
                <a:ext cx="20240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橘色：注意力機制，負責尋找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token</a:t>
                </a:r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間的關聯。</a:t>
                </a:r>
              </a:p>
            </p:txBody>
          </p:sp>
        </p:grp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BD8B3B88-1D93-E146-5B93-569466BE6D16}"/>
                </a:ext>
              </a:extLst>
            </p:cNvPr>
            <p:cNvGrpSpPr/>
            <p:nvPr/>
          </p:nvGrpSpPr>
          <p:grpSpPr>
            <a:xfrm>
              <a:off x="2675991" y="1057433"/>
              <a:ext cx="2311652" cy="523220"/>
              <a:chOff x="2675991" y="482445"/>
              <a:chExt cx="2311652" cy="523220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3DE4425-62E8-741B-2987-A736D1A4ACF8}"/>
                  </a:ext>
                </a:extLst>
              </p:cNvPr>
              <p:cNvSpPr/>
              <p:nvPr/>
            </p:nvSpPr>
            <p:spPr>
              <a:xfrm>
                <a:off x="2675991" y="600284"/>
                <a:ext cx="278674" cy="269965"/>
              </a:xfrm>
              <a:prstGeom prst="rect">
                <a:avLst/>
              </a:prstGeom>
              <a:solidFill>
                <a:srgbClr val="BDE3F5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6248B77-9FC4-C720-EC0D-01180A3AE1E5}"/>
                  </a:ext>
                </a:extLst>
              </p:cNvPr>
              <p:cNvSpPr txBox="1"/>
              <p:nvPr/>
            </p:nvSpPr>
            <p:spPr>
              <a:xfrm>
                <a:off x="2963558" y="482445"/>
                <a:ext cx="20240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天藍色：前饋網路，負責</a:t>
                </a:r>
                <a:r>
                  <a:rPr lang="en-US" altLang="zh-TW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token</a:t>
                </a:r>
                <a:r>
                  <a:rPr lang="zh-TW" altLang="en-US" sz="1400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特徵轉換</a:t>
                </a:r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。</a:t>
                </a:r>
              </a:p>
            </p:txBody>
          </p:sp>
        </p:grp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5D5A9DC5-E990-F8B0-04BC-C92FFE32C5B8}"/>
                </a:ext>
              </a:extLst>
            </p:cNvPr>
            <p:cNvGrpSpPr/>
            <p:nvPr/>
          </p:nvGrpSpPr>
          <p:grpSpPr>
            <a:xfrm>
              <a:off x="2680609" y="1690123"/>
              <a:ext cx="2311652" cy="523220"/>
              <a:chOff x="2675991" y="482445"/>
              <a:chExt cx="2311652" cy="52322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3BB84806-6ACC-1F64-E3D9-3C993D5F7000}"/>
                  </a:ext>
                </a:extLst>
              </p:cNvPr>
              <p:cNvSpPr/>
              <p:nvPr/>
            </p:nvSpPr>
            <p:spPr>
              <a:xfrm>
                <a:off x="2675991" y="600284"/>
                <a:ext cx="278674" cy="269965"/>
              </a:xfrm>
              <a:prstGeom prst="rect">
                <a:avLst/>
              </a:prstGeom>
              <a:solidFill>
                <a:srgbClr val="FBF5C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C6791A4-DBFF-F8E1-5903-2129E8841655}"/>
                  </a:ext>
                </a:extLst>
              </p:cNvPr>
              <p:cNvSpPr txBox="1"/>
              <p:nvPr/>
            </p:nvSpPr>
            <p:spPr>
              <a:xfrm>
                <a:off x="2963558" y="482445"/>
                <a:ext cx="202408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1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鵝黃色：穩定器，讓網路穩定並更容易訓練。</a:t>
                </a:r>
              </a:p>
            </p:txBody>
          </p:sp>
        </p:grp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AC300745-3C78-068C-2AC3-2E22DA8BC794}"/>
              </a:ext>
            </a:extLst>
          </p:cNvPr>
          <p:cNvSpPr txBox="1"/>
          <p:nvPr/>
        </p:nvSpPr>
        <p:spPr>
          <a:xfrm>
            <a:off x="8460509" y="144523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W</a:t>
            </a:r>
            <a:r>
              <a:rPr lang="en-US" altLang="zh-TW" baseline="30000" dirty="0"/>
              <a:t>Q</a:t>
            </a:r>
            <a:endParaRPr lang="zh-TW" alt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248311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4526</TotalTime>
  <Words>39</Words>
  <Application>Microsoft Office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標楷體</vt:lpstr>
      <vt:lpstr>Aptos</vt:lpstr>
      <vt:lpstr>Aptos Display</vt:lpstr>
      <vt:lpstr>Arial</vt:lpstr>
      <vt:lpstr>Times New Roman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鄧進宏</dc:creator>
  <cp:lastModifiedBy>鄧進宏</cp:lastModifiedBy>
  <cp:revision>7</cp:revision>
  <dcterms:created xsi:type="dcterms:W3CDTF">2026-07-21T11:12:45Z</dcterms:created>
  <dcterms:modified xsi:type="dcterms:W3CDTF">2026-08-23T15:48:04Z</dcterms:modified>
</cp:coreProperties>
</file>